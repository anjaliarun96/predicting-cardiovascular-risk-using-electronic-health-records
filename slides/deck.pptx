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Cardiovascular Risk using Electronic Health Records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UE24CS352A Machine Learning - Mini-Project</a:t>
            </a:r>
          </a:p>
          <a:p>
            <a:r>
              <a:t>Madhumitha Dhondi, Anjali Arun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029200"/>
          </a:xfrm>
        </p:spPr>
        <p:txBody>
          <a:bodyPr wrap="square"/>
          <a:lstStyle/>
          <a:p>
            <a:pPr>
              <a:defRPr sz="2200"/>
            </a:pPr>
            <a:r>
              <a:t>CVD is the leading cause of death globally - early identification of at-risk patients matters</a:t>
            </a:r>
          </a:p>
          <a:p>
            <a:pPr>
              <a:defRPr sz="2200"/>
            </a:pPr>
            <a:r>
              <a:t>Task: predict presence of cardiovascular disease from routine clinical measurements</a:t>
            </a:r>
          </a:p>
          <a:p>
            <a:pPr>
              <a:defRPr sz="2200"/>
            </a:pPr>
            <a:r>
              <a:t>Goal: compare interpretable regularised logistic regression vs gradient boosting (XGBoost)</a:t>
            </a:r>
          </a:p>
          <a:p>
            <a:pPr>
              <a:defRPr sz="2200"/>
            </a:pPr>
            <a:r>
              <a:t>Inspired by Nguyen (Stanford CS229) EHR-based CVD risk prediction; STRIDE data is private, so a public dataset is used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029200"/>
          </a:xfrm>
        </p:spPr>
        <p:txBody>
          <a:bodyPr wrap="square"/>
          <a:lstStyle/>
          <a:p>
            <a:pPr>
              <a:defRPr sz="2200"/>
            </a:pPr>
            <a:r>
              <a:t>Kaggle Cardiovascular Disease dataset: 70,000 records -&gt; 67,941 after cleaning</a:t>
            </a:r>
          </a:p>
          <a:p>
            <a:pPr>
              <a:defRPr sz="2200"/>
            </a:pPr>
            <a:r>
              <a:t>Features: age, gender, height, weight, BP (systolic/diastolic), cholesterol, glucose, smoking, alcohol, activity</a:t>
            </a:r>
          </a:p>
          <a:p>
            <a:pPr>
              <a:defRPr sz="2200"/>
            </a:pPr>
            <a:r>
              <a:t>Engineered: BMI, pulse pressure</a:t>
            </a:r>
          </a:p>
          <a:p>
            <a:pPr>
              <a:defRPr sz="2200"/>
            </a:pPr>
            <a:r>
              <a:t>Target balanced-ish: 49.7% positive</a:t>
            </a:r>
          </a:p>
          <a:p>
            <a:pPr>
              <a:defRPr sz="2200"/>
            </a:pPr>
            <a:r>
              <a:t>Cleaning: implausible BP/height/weight removed, duplicates dropped</a:t>
            </a:r>
          </a:p>
          <a:p>
            <a:pPr>
              <a:defRPr sz="2200"/>
            </a:pPr>
            <a:r>
              <a:t>80/20 stratified train/test split; tuning with cross-validation on train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029200"/>
          </a:xfrm>
        </p:spPr>
        <p:txBody>
          <a:bodyPr wrap="square"/>
          <a:lstStyle/>
          <a:p>
            <a:pPr>
              <a:defRPr sz="2200"/>
            </a:pPr>
            <a:r>
              <a:t>Baselines: Logistic Regression with Ridge / Lasso / Elastic Net (standardised features)</a:t>
            </a:r>
          </a:p>
          <a:p>
            <a:pPr>
              <a:defRPr sz="2200"/>
            </a:pPr>
            <a:r>
              <a:t>Main model: XGBoost - sequential regularised decision trees, each correcting the previous errors</a:t>
            </a:r>
          </a:p>
          <a:p>
            <a:pPr>
              <a:defRPr sz="2200"/>
            </a:pPr>
            <a:r>
              <a:t>Hyperparameters tuned by 10-fold CV grid search on AUROC</a:t>
            </a:r>
          </a:p>
          <a:p>
            <a:pPr>
              <a:defRPr sz="2200"/>
            </a:pPr>
            <a:r>
              <a:t>Metrics: AUROC (primary), accuracy, sensitivity, specificity</a:t>
            </a:r>
          </a:p>
          <a:p>
            <a:pPr>
              <a:defRPr sz="2200"/>
            </a:pPr>
            <a:r>
              <a:t>Fairness check: AUROC by gender and age group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029200"/>
          </a:xfrm>
        </p:spPr>
        <p:txBody>
          <a:bodyPr wrap="square"/>
          <a:lstStyle/>
          <a:p>
            <a:pPr>
              <a:defRPr sz="2200"/>
            </a:pPr>
            <a:r>
              <a:t>src/data.py - load, clean, feature engineering</a:t>
            </a:r>
          </a:p>
          <a:p>
            <a:pPr>
              <a:defRPr sz="2200"/>
            </a:pPr>
            <a:r>
              <a:t>src/train.py - tuning, evaluation, plots, subgroup analysis</a:t>
            </a:r>
          </a:p>
          <a:p>
            <a:pPr>
              <a:defRPr sz="2200"/>
            </a:pPr>
            <a:r>
              <a:t>src/make_report.py / make_slides.py - build write-up and slides from results</a:t>
            </a:r>
          </a:p>
          <a:p>
            <a:pPr>
              <a:defRPr sz="2200"/>
            </a:pPr>
            <a:r>
              <a:t>Python: pandas, scikit-learn, XGBoost, matplotlib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4864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CV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Specificity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LogReg (Ridge)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LogReg (Lasso)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LogReg (ElasticNet)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XGBoost (GBM)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curves (test set)</a:t>
            </a:r>
          </a:p>
        </p:txBody>
      </p:sp>
      <p:pic>
        <p:nvPicPr>
          <p:cNvPr id="3" name="Picture 2" descr="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280160"/>
            <a:ext cx="533095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drives the predictions?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280160"/>
            <a:ext cx="666369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XGBoost feature importance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Subgroup (fairness) check - XGBoost (GBM)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029200"/>
          </a:xfrm>
        </p:spPr>
        <p:txBody>
          <a:bodyPr wrap="square"/>
          <a:lstStyle/>
          <a:p>
            <a:pPr>
              <a:defRPr sz="2200"/>
            </a:pPr>
            <a:r>
              <a:t>Female: AUROC 0.799 (n=8723)</a:t>
            </a:r>
          </a:p>
          <a:p>
            <a:pPr>
              <a:defRPr sz="2200"/>
            </a:pPr>
            <a:r>
              <a:t>Male: AUROC 0.792 (n=4866)</a:t>
            </a:r>
          </a:p>
          <a:p>
            <a:pPr>
              <a:defRPr sz="2200"/>
            </a:pPr>
            <a:r>
              <a:t>Age &lt;50: AUROC 0.822 (n=4198)</a:t>
            </a:r>
          </a:p>
          <a:p>
            <a:pPr>
              <a:defRPr sz="2200"/>
            </a:pPr>
            <a:r>
              <a:t>Age 50-59: AUROC 0.764 (n=6874)</a:t>
            </a:r>
          </a:p>
          <a:p>
            <a:pPr>
              <a:defRPr sz="2200"/>
            </a:pPr>
            <a:r>
              <a:t>Age 60+: AUROC 0.729 (n=2517)</a:t>
            </a:r>
          </a:p>
          <a:p>
            <a:pPr>
              <a:defRPr sz="2200"/>
            </a:pPr>
            <a:r>
              <a:t>Performance is not identical across groups -&gt; audit before clinical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029200"/>
          </a:xfrm>
        </p:spPr>
        <p:txBody>
          <a:bodyPr wrap="square"/>
          <a:lstStyle/>
          <a:p>
            <a:pPr>
              <a:defRPr sz="2200"/>
            </a:pPr>
            <a:r>
              <a:t>Best model: XGBoost (GBM), test AUROC 0.796; small CV-test gap -&gt; little over-fitting</a:t>
            </a:r>
          </a:p>
          <a:p>
            <a:pPr>
              <a:defRPr sz="2200"/>
            </a:pPr>
            <a:r>
              <a:t>Regularisation helps linear models; boosting captures non-linear effects</a:t>
            </a:r>
          </a:p>
          <a:p>
            <a:pPr>
              <a:defRPr sz="2200"/>
            </a:pPr>
            <a:r>
              <a:t>Limitations: prevalent (not incident) CVD, self-reported fields, no ethnicity data</a:t>
            </a:r>
          </a:p>
          <a:p>
            <a:pPr>
              <a:defRPr sz="2200"/>
            </a:pPr>
            <a:r>
              <a:t>Future: calibration, longitudinal EHR features, fairness-aware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